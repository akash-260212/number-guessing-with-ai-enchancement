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871586-8CEE-0D6D-BAC6-75C5F71E8DC7}" v="344" dt="2025-11-04T20:18:29.6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jenishia8493@gmail.com" userId="6de8f1992c1aad88" providerId="LiveId" clId="{5185640B-CF38-4337-9984-0B60F11339AD}"/>
    <pc:docChg chg="undo custSel modSld">
      <pc:chgData name="antojenishia8493@gmail.com" userId="6de8f1992c1aad88" providerId="LiveId" clId="{5185640B-CF38-4337-9984-0B60F11339AD}" dt="2025-10-28T17:42:37.780" v="9"/>
      <pc:docMkLst>
        <pc:docMk/>
      </pc:docMkLst>
      <pc:sldChg chg="modSp mod">
        <pc:chgData name="antojenishia8493@gmail.com" userId="6de8f1992c1aad88" providerId="LiveId" clId="{5185640B-CF38-4337-9984-0B60F11339AD}" dt="2025-10-28T17:42:37.780" v="9"/>
        <pc:sldMkLst>
          <pc:docMk/>
          <pc:sldMk cId="519586359" sldId="258"/>
        </pc:sldMkLst>
      </pc:sldChg>
    </pc:docChg>
  </pc:docChgLst>
  <pc:docChgLst>
    <pc:chgData name="Pragdeshwaran M" userId="S::pragdeshwaran.m@agilitydelivered.com::6f5909d0-70c4-4523-af6d-6aade18fb8b1" providerId="AD" clId="Web-{7B871586-8CEE-0D6D-BAC6-75C5F71E8DC7}"/>
    <pc:docChg chg="addSld delSld modSld">
      <pc:chgData name="Pragdeshwaran M" userId="S::pragdeshwaran.m@agilitydelivered.com::6f5909d0-70c4-4523-af6d-6aade18fb8b1" providerId="AD" clId="Web-{7B871586-8CEE-0D6D-BAC6-75C5F71E8DC7}" dt="2025-11-04T20:18:29.683" v="353"/>
      <pc:docMkLst>
        <pc:docMk/>
      </pc:docMkLst>
      <pc:sldChg chg="modSp">
        <pc:chgData name="Pragdeshwaran M" userId="S::pragdeshwaran.m@agilitydelivered.com::6f5909d0-70c4-4523-af6d-6aade18fb8b1" providerId="AD" clId="Web-{7B871586-8CEE-0D6D-BAC6-75C5F71E8DC7}" dt="2025-11-04T19:52:37.521" v="61"/>
        <pc:sldMkLst>
          <pc:docMk/>
          <pc:sldMk cId="2720793846" sldId="256"/>
        </pc:sldMkLst>
        <pc:spChg chg="mod">
          <ac:chgData name="Pragdeshwaran M" userId="S::pragdeshwaran.m@agilitydelivered.com::6f5909d0-70c4-4523-af6d-6aade18fb8b1" providerId="AD" clId="Web-{7B871586-8CEE-0D6D-BAC6-75C5F71E8DC7}" dt="2025-11-04T19:52:32.286" v="57" actId="20577"/>
          <ac:spMkLst>
            <pc:docMk/>
            <pc:sldMk cId="2720793846" sldId="256"/>
            <ac:spMk id="7" creationId="{5BEE647A-5606-A6E5-93DB-A43A8FC2D88A}"/>
          </ac:spMkLst>
        </pc:spChg>
        <pc:graphicFrameChg chg="mod modGraphic">
          <ac:chgData name="Pragdeshwaran M" userId="S::pragdeshwaran.m@agilitydelivered.com::6f5909d0-70c4-4523-af6d-6aade18fb8b1" providerId="AD" clId="Web-{7B871586-8CEE-0D6D-BAC6-75C5F71E8DC7}" dt="2025-11-04T19:52:37.521" v="61"/>
          <ac:graphicFrameMkLst>
            <pc:docMk/>
            <pc:sldMk cId="2720793846" sldId="256"/>
            <ac:graphicFrameMk id="11" creationId="{B39E0012-B3AF-E718-6BBA-5D37629E4005}"/>
          </ac:graphicFrameMkLst>
        </pc:graphicFrameChg>
      </pc:sldChg>
      <pc:sldChg chg="modSp">
        <pc:chgData name="Pragdeshwaran M" userId="S::pragdeshwaran.m@agilitydelivered.com::6f5909d0-70c4-4523-af6d-6aade18fb8b1" providerId="AD" clId="Web-{7B871586-8CEE-0D6D-BAC6-75C5F71E8DC7}" dt="2025-11-04T19:58:28.861" v="114" actId="20577"/>
        <pc:sldMkLst>
          <pc:docMk/>
          <pc:sldMk cId="1816614792" sldId="257"/>
        </pc:sldMkLst>
        <pc:spChg chg="mod">
          <ac:chgData name="Pragdeshwaran M" userId="S::pragdeshwaran.m@agilitydelivered.com::6f5909d0-70c4-4523-af6d-6aade18fb8b1" providerId="AD" clId="Web-{7B871586-8CEE-0D6D-BAC6-75C5F71E8DC7}" dt="2025-11-04T19:58:28.861" v="114" actId="20577"/>
          <ac:spMkLst>
            <pc:docMk/>
            <pc:sldMk cId="1816614792" sldId="257"/>
            <ac:spMk id="3" creationId="{FAE17474-C476-1051-3F37-A2159E2BEE57}"/>
          </ac:spMkLst>
        </pc:spChg>
      </pc:sldChg>
      <pc:sldChg chg="addSp delSp modSp">
        <pc:chgData name="Pragdeshwaran M" userId="S::pragdeshwaran.m@agilitydelivered.com::6f5909d0-70c4-4523-af6d-6aade18fb8b1" providerId="AD" clId="Web-{7B871586-8CEE-0D6D-BAC6-75C5F71E8DC7}" dt="2025-11-04T20:02:40.209" v="205" actId="20577"/>
        <pc:sldMkLst>
          <pc:docMk/>
          <pc:sldMk cId="519586359" sldId="258"/>
        </pc:sldMkLst>
        <pc:spChg chg="add del mod">
          <ac:chgData name="Pragdeshwaran M" userId="S::pragdeshwaran.m@agilitydelivered.com::6f5909d0-70c4-4523-af6d-6aade18fb8b1" providerId="AD" clId="Web-{7B871586-8CEE-0D6D-BAC6-75C5F71E8DC7}" dt="2025-11-04T20:02:40.209" v="205" actId="20577"/>
          <ac:spMkLst>
            <pc:docMk/>
            <pc:sldMk cId="519586359" sldId="258"/>
            <ac:spMk id="3" creationId="{A229904C-7E5E-5862-ACA4-167CDBC5044B}"/>
          </ac:spMkLst>
        </pc:spChg>
        <pc:spChg chg="add del mod">
          <ac:chgData name="Pragdeshwaran M" userId="S::pragdeshwaran.m@agilitydelivered.com::6f5909d0-70c4-4523-af6d-6aade18fb8b1" providerId="AD" clId="Web-{7B871586-8CEE-0D6D-BAC6-75C5F71E8DC7}" dt="2025-11-04T20:01:47.739" v="167"/>
          <ac:spMkLst>
            <pc:docMk/>
            <pc:sldMk cId="519586359" sldId="258"/>
            <ac:spMk id="8" creationId="{ECFB8264-EA7B-B291-0773-4EAA89175310}"/>
          </ac:spMkLst>
        </pc:spChg>
        <pc:graphicFrameChg chg="add del mod modGraphic">
          <ac:chgData name="Pragdeshwaran M" userId="S::pragdeshwaran.m@agilitydelivered.com::6f5909d0-70c4-4523-af6d-6aade18fb8b1" providerId="AD" clId="Web-{7B871586-8CEE-0D6D-BAC6-75C5F71E8DC7}" dt="2025-11-04T20:02:25.709" v="198"/>
          <ac:graphicFrameMkLst>
            <pc:docMk/>
            <pc:sldMk cId="519586359" sldId="258"/>
            <ac:graphicFrameMk id="7" creationId="{ACE64048-76D1-E559-97A6-1E9DA8CC9F64}"/>
          </ac:graphicFrameMkLst>
        </pc:graphicFrameChg>
      </pc:sldChg>
      <pc:sldChg chg="modSp">
        <pc:chgData name="Pragdeshwaran M" userId="S::pragdeshwaran.m@agilitydelivered.com::6f5909d0-70c4-4523-af6d-6aade18fb8b1" providerId="AD" clId="Web-{7B871586-8CEE-0D6D-BAC6-75C5F71E8DC7}" dt="2025-11-04T20:00:18.066" v="155" actId="20577"/>
        <pc:sldMkLst>
          <pc:docMk/>
          <pc:sldMk cId="2832692384" sldId="259"/>
        </pc:sldMkLst>
        <pc:spChg chg="mod">
          <ac:chgData name="Pragdeshwaran M" userId="S::pragdeshwaran.m@agilitydelivered.com::6f5909d0-70c4-4523-af6d-6aade18fb8b1" providerId="AD" clId="Web-{7B871586-8CEE-0D6D-BAC6-75C5F71E8DC7}" dt="2025-11-04T20:00:18.066" v="155" actId="20577"/>
          <ac:spMkLst>
            <pc:docMk/>
            <pc:sldMk cId="2832692384" sldId="259"/>
            <ac:spMk id="3" creationId="{FE67243E-1300-82BE-9968-6837E801AFFC}"/>
          </ac:spMkLst>
        </pc:spChg>
      </pc:sldChg>
      <pc:sldChg chg="addSp delSp modSp">
        <pc:chgData name="Pragdeshwaran M" userId="S::pragdeshwaran.m@agilitydelivered.com::6f5909d0-70c4-4523-af6d-6aade18fb8b1" providerId="AD" clId="Web-{7B871586-8CEE-0D6D-BAC6-75C5F71E8DC7}" dt="2025-11-04T20:18:29.683" v="353"/>
        <pc:sldMkLst>
          <pc:docMk/>
          <pc:sldMk cId="2805269521" sldId="260"/>
        </pc:sldMkLst>
        <pc:spChg chg="add mod">
          <ac:chgData name="Pragdeshwaran M" userId="S::pragdeshwaran.m@agilitydelivered.com::6f5909d0-70c4-4523-af6d-6aade18fb8b1" providerId="AD" clId="Web-{7B871586-8CEE-0D6D-BAC6-75C5F71E8DC7}" dt="2025-11-04T20:16:42.307" v="347" actId="14100"/>
          <ac:spMkLst>
            <pc:docMk/>
            <pc:sldMk cId="2805269521" sldId="260"/>
            <ac:spMk id="16" creationId="{2D1A394F-CDB7-3DD7-13A8-15F059380BB9}"/>
          </ac:spMkLst>
        </pc:spChg>
        <pc:spChg chg="add mod">
          <ac:chgData name="Pragdeshwaran M" userId="S::pragdeshwaran.m@agilitydelivered.com::6f5909d0-70c4-4523-af6d-6aade18fb8b1" providerId="AD" clId="Web-{7B871586-8CEE-0D6D-BAC6-75C5F71E8DC7}" dt="2025-11-04T20:18:29.683" v="353"/>
          <ac:spMkLst>
            <pc:docMk/>
            <pc:sldMk cId="2805269521" sldId="260"/>
            <ac:spMk id="17" creationId="{0542C2DD-4939-F6B9-C3E6-BC0C25440E71}"/>
          </ac:spMkLst>
        </pc:spChg>
        <pc:picChg chg="add del mod">
          <ac:chgData name="Pragdeshwaran M" userId="S::pragdeshwaran.m@agilitydelivered.com::6f5909d0-70c4-4523-af6d-6aade18fb8b1" providerId="AD" clId="Web-{7B871586-8CEE-0D6D-BAC6-75C5F71E8DC7}" dt="2025-11-04T20:09:05.276" v="264"/>
          <ac:picMkLst>
            <pc:docMk/>
            <pc:sldMk cId="2805269521" sldId="260"/>
            <ac:picMk id="3" creationId="{1A407600-9F42-833B-42D7-5CA0B653C931}"/>
          </ac:picMkLst>
        </pc:picChg>
        <pc:picChg chg="del">
          <ac:chgData name="Pragdeshwaran M" userId="S::pragdeshwaran.m@agilitydelivered.com::6f5909d0-70c4-4523-af6d-6aade18fb8b1" providerId="AD" clId="Web-{7B871586-8CEE-0D6D-BAC6-75C5F71E8DC7}" dt="2025-11-04T20:07:23.628" v="223"/>
          <ac:picMkLst>
            <pc:docMk/>
            <pc:sldMk cId="2805269521" sldId="260"/>
            <ac:picMk id="6" creationId="{00000000-0000-0000-0000-000000000000}"/>
          </ac:picMkLst>
        </pc:picChg>
        <pc:picChg chg="add del mod">
          <ac:chgData name="Pragdeshwaran M" userId="S::pragdeshwaran.m@agilitydelivered.com::6f5909d0-70c4-4523-af6d-6aade18fb8b1" providerId="AD" clId="Web-{7B871586-8CEE-0D6D-BAC6-75C5F71E8DC7}" dt="2025-11-04T20:09:27.855" v="269"/>
          <ac:picMkLst>
            <pc:docMk/>
            <pc:sldMk cId="2805269521" sldId="260"/>
            <ac:picMk id="7" creationId="{45C272BE-B2C4-11AE-FFDC-A3D498CF5A83}"/>
          </ac:picMkLst>
        </pc:picChg>
        <pc:picChg chg="del">
          <ac:chgData name="Pragdeshwaran M" userId="S::pragdeshwaran.m@agilitydelivered.com::6f5909d0-70c4-4523-af6d-6aade18fb8b1" providerId="AD" clId="Web-{7B871586-8CEE-0D6D-BAC6-75C5F71E8DC7}" dt="2025-11-04T20:07:25.347" v="224"/>
          <ac:picMkLst>
            <pc:docMk/>
            <pc:sldMk cId="2805269521" sldId="260"/>
            <ac:picMk id="8" creationId="{00000000-0000-0000-0000-000000000000}"/>
          </ac:picMkLst>
        </pc:picChg>
        <pc:picChg chg="add del mod">
          <ac:chgData name="Pragdeshwaran M" userId="S::pragdeshwaran.m@agilitydelivered.com::6f5909d0-70c4-4523-af6d-6aade18fb8b1" providerId="AD" clId="Web-{7B871586-8CEE-0D6D-BAC6-75C5F71E8DC7}" dt="2025-11-04T20:09:03.276" v="263"/>
          <ac:picMkLst>
            <pc:docMk/>
            <pc:sldMk cId="2805269521" sldId="260"/>
            <ac:picMk id="9" creationId="{7716455B-E83C-D10E-3D69-43D5A57C547B}"/>
          </ac:picMkLst>
        </pc:picChg>
        <pc:picChg chg="add del mod">
          <ac:chgData name="Pragdeshwaran M" userId="S::pragdeshwaran.m@agilitydelivered.com::6f5909d0-70c4-4523-af6d-6aade18fb8b1" providerId="AD" clId="Web-{7B871586-8CEE-0D6D-BAC6-75C5F71E8DC7}" dt="2025-11-04T20:09:46.841" v="277"/>
          <ac:picMkLst>
            <pc:docMk/>
            <pc:sldMk cId="2805269521" sldId="260"/>
            <ac:picMk id="10" creationId="{498BDACC-7420-51F0-9F88-34954F6A4FAE}"/>
          </ac:picMkLst>
        </pc:picChg>
        <pc:picChg chg="add del mod ord modCrop">
          <ac:chgData name="Pragdeshwaran M" userId="S::pragdeshwaran.m@agilitydelivered.com::6f5909d0-70c4-4523-af6d-6aade18fb8b1" providerId="AD" clId="Web-{7B871586-8CEE-0D6D-BAC6-75C5F71E8DC7}" dt="2025-11-04T20:11:22.142" v="289"/>
          <ac:picMkLst>
            <pc:docMk/>
            <pc:sldMk cId="2805269521" sldId="260"/>
            <ac:picMk id="11" creationId="{72E28500-92EE-92F9-E35F-79BA69AAB45B}"/>
          </ac:picMkLst>
        </pc:picChg>
        <pc:picChg chg="add del mod">
          <ac:chgData name="Pragdeshwaran M" userId="S::pragdeshwaran.m@agilitydelivered.com::6f5909d0-70c4-4523-af6d-6aade18fb8b1" providerId="AD" clId="Web-{7B871586-8CEE-0D6D-BAC6-75C5F71E8DC7}" dt="2025-11-04T20:11:36.174" v="292"/>
          <ac:picMkLst>
            <pc:docMk/>
            <pc:sldMk cId="2805269521" sldId="260"/>
            <ac:picMk id="12" creationId="{7C007B20-3925-AF6B-526E-768E19C522C5}"/>
          </ac:picMkLst>
        </pc:picChg>
        <pc:picChg chg="add mod">
          <ac:chgData name="Pragdeshwaran M" userId="S::pragdeshwaran.m@agilitydelivered.com::6f5909d0-70c4-4523-af6d-6aade18fb8b1" providerId="AD" clId="Web-{7B871586-8CEE-0D6D-BAC6-75C5F71E8DC7}" dt="2025-11-04T20:13:59.725" v="325" actId="14100"/>
          <ac:picMkLst>
            <pc:docMk/>
            <pc:sldMk cId="2805269521" sldId="260"/>
            <ac:picMk id="13" creationId="{FDDA4CC0-5C3F-C9B2-2C34-D78F2D036BEE}"/>
          </ac:picMkLst>
        </pc:picChg>
        <pc:picChg chg="add mod">
          <ac:chgData name="Pragdeshwaran M" userId="S::pragdeshwaran.m@agilitydelivered.com::6f5909d0-70c4-4523-af6d-6aade18fb8b1" providerId="AD" clId="Web-{7B871586-8CEE-0D6D-BAC6-75C5F71E8DC7}" dt="2025-11-04T20:14:08.303" v="327" actId="1076"/>
          <ac:picMkLst>
            <pc:docMk/>
            <pc:sldMk cId="2805269521" sldId="260"/>
            <ac:picMk id="14" creationId="{1F49E733-B4BD-CB7B-4EB2-3952F2B86969}"/>
          </ac:picMkLst>
        </pc:picChg>
        <pc:picChg chg="add mod">
          <ac:chgData name="Pragdeshwaran M" userId="S::pragdeshwaran.m@agilitydelivered.com::6f5909d0-70c4-4523-af6d-6aade18fb8b1" providerId="AD" clId="Web-{7B871586-8CEE-0D6D-BAC6-75C5F71E8DC7}" dt="2025-11-04T20:14:27.726" v="333" actId="14100"/>
          <ac:picMkLst>
            <pc:docMk/>
            <pc:sldMk cId="2805269521" sldId="260"/>
            <ac:picMk id="15" creationId="{36F21AF3-4A51-7096-0009-E512673BFA27}"/>
          </ac:picMkLst>
        </pc:picChg>
      </pc:sldChg>
      <pc:sldChg chg="modSp">
        <pc:chgData name="Pragdeshwaran M" userId="S::pragdeshwaran.m@agilitydelivered.com::6f5909d0-70c4-4523-af6d-6aade18fb8b1" providerId="AD" clId="Web-{7B871586-8CEE-0D6D-BAC6-75C5F71E8DC7}" dt="2025-11-04T20:03:52.241" v="219" actId="20577"/>
        <pc:sldMkLst>
          <pc:docMk/>
          <pc:sldMk cId="1263363521" sldId="261"/>
        </pc:sldMkLst>
        <pc:spChg chg="mod">
          <ac:chgData name="Pragdeshwaran M" userId="S::pragdeshwaran.m@agilitydelivered.com::6f5909d0-70c4-4523-af6d-6aade18fb8b1" providerId="AD" clId="Web-{7B871586-8CEE-0D6D-BAC6-75C5F71E8DC7}" dt="2025-11-04T20:03:52.241" v="219" actId="20577"/>
          <ac:spMkLst>
            <pc:docMk/>
            <pc:sldMk cId="1263363521" sldId="261"/>
            <ac:spMk id="3" creationId="{4B9409AF-1BD6-CFDC-B172-AD3D38536AC2}"/>
          </ac:spMkLst>
        </pc:spChg>
      </pc:sldChg>
      <pc:sldChg chg="modSp">
        <pc:chgData name="Pragdeshwaran M" userId="S::pragdeshwaran.m@agilitydelivered.com::6f5909d0-70c4-4523-af6d-6aade18fb8b1" providerId="AD" clId="Web-{7B871586-8CEE-0D6D-BAC6-75C5F71E8DC7}" dt="2025-11-04T20:04:05.225" v="222" actId="20577"/>
        <pc:sldMkLst>
          <pc:docMk/>
          <pc:sldMk cId="752607158" sldId="262"/>
        </pc:sldMkLst>
        <pc:spChg chg="mod">
          <ac:chgData name="Pragdeshwaran M" userId="S::pragdeshwaran.m@agilitydelivered.com::6f5909d0-70c4-4523-af6d-6aade18fb8b1" providerId="AD" clId="Web-{7B871586-8CEE-0D6D-BAC6-75C5F71E8DC7}" dt="2025-11-04T20:04:05.225" v="222" actId="20577"/>
          <ac:spMkLst>
            <pc:docMk/>
            <pc:sldMk cId="752607158" sldId="262"/>
            <ac:spMk id="6" creationId="{00000000-0000-0000-0000-000000000000}"/>
          </ac:spMkLst>
        </pc:spChg>
      </pc:sldChg>
      <pc:sldChg chg="add del replId">
        <pc:chgData name="Pragdeshwaran M" userId="S::pragdeshwaran.m@agilitydelivered.com::6f5909d0-70c4-4523-af6d-6aade18fb8b1" providerId="AD" clId="Web-{7B871586-8CEE-0D6D-BAC6-75C5F71E8DC7}" dt="2025-11-04T20:01:58.739" v="179"/>
        <pc:sldMkLst>
          <pc:docMk/>
          <pc:sldMk cId="103274888" sldId="263"/>
        </pc:sldMkLst>
      </pc:sldChg>
      <pc:sldChg chg="add del replId">
        <pc:chgData name="Pragdeshwaran M" userId="S::pragdeshwaran.m@agilitydelivered.com::6f5909d0-70c4-4523-af6d-6aade18fb8b1" providerId="AD" clId="Web-{7B871586-8CEE-0D6D-BAC6-75C5F71E8DC7}" dt="2025-11-04T20:01:46.677" v="166"/>
        <pc:sldMkLst>
          <pc:docMk/>
          <pc:sldMk cId="1609911292" sldId="263"/>
        </pc:sldMkLst>
      </pc:sldChg>
      <pc:sldChg chg="addSp delSp modSp new del">
        <pc:chgData name="Pragdeshwaran M" userId="S::pragdeshwaran.m@agilitydelivered.com::6f5909d0-70c4-4523-af6d-6aade18fb8b1" providerId="AD" clId="Web-{7B871586-8CEE-0D6D-BAC6-75C5F71E8DC7}" dt="2025-11-04T20:13:01.020" v="310"/>
        <pc:sldMkLst>
          <pc:docMk/>
          <pc:sldMk cId="2514370659" sldId="263"/>
        </pc:sldMkLst>
        <pc:spChg chg="mod">
          <ac:chgData name="Pragdeshwaran M" userId="S::pragdeshwaran.m@agilitydelivered.com::6f5909d0-70c4-4523-af6d-6aade18fb8b1" providerId="AD" clId="Web-{7B871586-8CEE-0D6D-BAC6-75C5F71E8DC7}" dt="2025-11-04T20:12:20.003" v="299" actId="14100"/>
          <ac:spMkLst>
            <pc:docMk/>
            <pc:sldMk cId="2514370659" sldId="263"/>
            <ac:spMk id="2" creationId="{246405F7-4FEE-B097-9B79-B9AD886CEA5F}"/>
          </ac:spMkLst>
        </pc:spChg>
        <pc:spChg chg="del mod">
          <ac:chgData name="Pragdeshwaran M" userId="S::pragdeshwaran.m@agilitydelivered.com::6f5909d0-70c4-4523-af6d-6aade18fb8b1" providerId="AD" clId="Web-{7B871586-8CEE-0D6D-BAC6-75C5F71E8DC7}" dt="2025-11-04T20:12:34.723" v="301"/>
          <ac:spMkLst>
            <pc:docMk/>
            <pc:sldMk cId="2514370659" sldId="263"/>
            <ac:spMk id="3" creationId="{2755DB5B-FCDD-7ADD-5FFB-62C0233936CF}"/>
          </ac:spMkLst>
        </pc:spChg>
        <pc:picChg chg="add mod ord">
          <ac:chgData name="Pragdeshwaran M" userId="S::pragdeshwaran.m@agilitydelivered.com::6f5909d0-70c4-4523-af6d-6aade18fb8b1" providerId="AD" clId="Web-{7B871586-8CEE-0D6D-BAC6-75C5F71E8DC7}" dt="2025-11-04T20:12:50.614" v="309" actId="1076"/>
          <ac:picMkLst>
            <pc:docMk/>
            <pc:sldMk cId="2514370659" sldId="263"/>
            <ac:picMk id="6" creationId="{022CAC3B-8D8C-7351-70AA-8DD601985C7D}"/>
          </ac:picMkLst>
        </pc:picChg>
        <pc:picChg chg="add mod">
          <ac:chgData name="Pragdeshwaran M" userId="S::pragdeshwaran.m@agilitydelivered.com::6f5909d0-70c4-4523-af6d-6aade18fb8b1" providerId="AD" clId="Web-{7B871586-8CEE-0D6D-BAC6-75C5F71E8DC7}" dt="2025-11-04T20:12:47.817" v="308" actId="1076"/>
          <ac:picMkLst>
            <pc:docMk/>
            <pc:sldMk cId="2514370659" sldId="263"/>
            <ac:picMk id="7" creationId="{0F9666CD-09B8-7409-49EF-17F866A5DAA9}"/>
          </ac:picMkLst>
        </pc:picChg>
        <pc:picChg chg="add mod">
          <ac:chgData name="Pragdeshwaran M" userId="S::pragdeshwaran.m@agilitydelivered.com::6f5909d0-70c4-4523-af6d-6aade18fb8b1" providerId="AD" clId="Web-{7B871586-8CEE-0D6D-BAC6-75C5F71E8DC7}" dt="2025-11-04T20:12:39.817" v="305" actId="1076"/>
          <ac:picMkLst>
            <pc:docMk/>
            <pc:sldMk cId="2514370659" sldId="263"/>
            <ac:picMk id="8" creationId="{BCEE0512-5227-2461-025E-02D3ACC84482}"/>
          </ac:picMkLst>
        </pc:picChg>
      </pc:sldChg>
      <pc:sldChg chg="add del replId">
        <pc:chgData name="Pragdeshwaran M" userId="S::pragdeshwaran.m@agilitydelivered.com::6f5909d0-70c4-4523-af6d-6aade18fb8b1" providerId="AD" clId="Web-{7B871586-8CEE-0D6D-BAC6-75C5F71E8DC7}" dt="2025-11-04T20:01:45.505" v="165"/>
        <pc:sldMkLst>
          <pc:docMk/>
          <pc:sldMk cId="3074341417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kash-260212/Number-Guessing-with-AI-enchancemen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/>
                <a:cs typeface="Times New Roman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/>
                <a:cs typeface="Times New Roman"/>
              </a:rPr>
              <a:t>CSE (ARTIFICIAL INTELLIGENCE 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/>
                <a:cs typeface="Times New Roman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/>
                <a:cs typeface="Times New Roman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/>
                <a:cs typeface="Times New Roman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/>
                <a:cs typeface="Times New Roman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/>
                <a:cs typeface="Times New Roman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/>
                <a:cs typeface="Times New Roman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solidFill>
                  <a:srgbClr val="FF0000"/>
                </a:solidFill>
                <a:latin typeface="Times New Roman"/>
                <a:ea typeface="Calibri Light"/>
                <a:cs typeface="Times New Roman"/>
              </a:rPr>
              <a:t>NUMBER GUESSING AI WITH BINARY SEARCH ALGORITHM</a:t>
            </a:r>
            <a:endParaRPr lang="en-GB" sz="2400" dirty="0">
              <a:solidFill>
                <a:srgbClr val="FF0000"/>
              </a:solidFill>
              <a:latin typeface="Calibri Light"/>
              <a:ea typeface="Calibri Light"/>
              <a:cs typeface="Calibri Light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982029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2117240030004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AKASH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11/4/2025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b="1" dirty="0">
                <a:ea typeface="+mn-lt"/>
                <a:cs typeface="+mn-lt"/>
              </a:rPr>
              <a:t>Overview:</a:t>
            </a:r>
            <a:br>
              <a:rPr lang="en-US" sz="1900" b="1" dirty="0">
                <a:ea typeface="+mn-lt"/>
                <a:cs typeface="+mn-lt"/>
              </a:rPr>
            </a:br>
            <a:r>
              <a:rPr lang="en-US" sz="1900" dirty="0">
                <a:ea typeface="+mn-lt"/>
                <a:cs typeface="+mn-lt"/>
              </a:rPr>
              <a:t> Number guessing is a classic game where a computer or user predicts a number within a given range.</a:t>
            </a:r>
            <a:br>
              <a:rPr lang="en-US" sz="1900" dirty="0">
                <a:ea typeface="+mn-lt"/>
                <a:cs typeface="+mn-lt"/>
              </a:rPr>
            </a:br>
            <a:r>
              <a:rPr lang="en-US" sz="1900" dirty="0">
                <a:ea typeface="+mn-lt"/>
                <a:cs typeface="+mn-lt"/>
              </a:rPr>
              <a:t> This project enhances the traditional guessing game using Artificial Intelligence techniques to make the system intelligent and efficient in predicting numbers.</a:t>
            </a:r>
            <a:endParaRPr lang="en-US" dirty="0">
              <a:ea typeface="+mn-lt"/>
              <a:cs typeface="+mn-lt"/>
            </a:endParaRPr>
          </a:p>
          <a:p>
            <a:r>
              <a:rPr lang="en-US" sz="1900" b="1" dirty="0">
                <a:ea typeface="+mn-lt"/>
                <a:cs typeface="+mn-lt"/>
              </a:rPr>
              <a:t>Problem Statement:</a:t>
            </a:r>
            <a:br>
              <a:rPr lang="en-US" sz="1900" b="1" dirty="0">
                <a:ea typeface="+mn-lt"/>
                <a:cs typeface="+mn-lt"/>
              </a:rPr>
            </a:br>
            <a:r>
              <a:rPr lang="en-US" sz="1900" dirty="0">
                <a:ea typeface="+mn-lt"/>
                <a:cs typeface="+mn-lt"/>
              </a:rPr>
              <a:t>To develop an AI-based number guessing system that uses the Binary Search Algorithm to predict or identify a user’s secret number in the minimum possible attempts.</a:t>
            </a:r>
            <a:endParaRPr lang="en-US" dirty="0">
              <a:ea typeface="+mn-lt"/>
              <a:cs typeface="+mn-lt"/>
            </a:endParaRPr>
          </a:p>
          <a:p>
            <a:r>
              <a:rPr lang="en-US" sz="1900" b="1" dirty="0">
                <a:ea typeface="+mn-lt"/>
                <a:cs typeface="+mn-lt"/>
              </a:rPr>
              <a:t>Expected Result:</a:t>
            </a:r>
            <a:br>
              <a:rPr lang="en-US" sz="1900" b="1" dirty="0">
                <a:ea typeface="+mn-lt"/>
                <a:cs typeface="+mn-lt"/>
              </a:rPr>
            </a:br>
            <a:r>
              <a:rPr lang="en-US" sz="1900" dirty="0">
                <a:ea typeface="+mn-lt"/>
                <a:cs typeface="+mn-lt"/>
              </a:rPr>
              <a:t>An optimized number-guessing program that intelligently predicts the correct number with minimal guesses using binary search logic.</a:t>
            </a:r>
            <a:endParaRPr lang="en-US" dirty="0">
              <a:ea typeface="+mn-lt"/>
              <a:cs typeface="+mn-lt"/>
            </a:endParaRPr>
          </a:p>
          <a:p>
            <a:r>
              <a:rPr lang="en-US" sz="1900" b="1" dirty="0">
                <a:ea typeface="+mn-lt"/>
                <a:cs typeface="+mn-lt"/>
              </a:rPr>
              <a:t>Possibilities: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900" dirty="0">
                <a:ea typeface="+mn-lt"/>
                <a:cs typeface="+mn-lt"/>
              </a:rPr>
              <a:t>    Adaptive range expansion based on player feedback.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900" dirty="0">
                <a:ea typeface="+mn-lt"/>
                <a:cs typeface="+mn-lt"/>
              </a:rPr>
              <a:t>    Integrating a GUI for better visualization.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900" dirty="0">
                <a:ea typeface="+mn-lt"/>
                <a:cs typeface="+mn-lt"/>
              </a:rPr>
              <a:t>    Adding learning capability to adjust guessing strategy.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7"/>
            <a:ext cx="10515600" cy="5903327"/>
          </a:xfrm>
        </p:spPr>
        <p:txBody>
          <a:bodyPr vert="horz" lIns="91440" tIns="45720" rIns="91440" bIns="45720" rtlCol="0" anchor="t">
            <a:normAutofit fontScale="32500" lnSpcReduction="20000"/>
          </a:bodyPr>
          <a:lstStyle/>
          <a:p>
            <a:pPr marL="0" indent="0">
              <a:buNone/>
            </a:pPr>
            <a:r>
              <a:rPr lang="en-US" sz="6400" b="1" dirty="0">
                <a:ea typeface="+mn-lt"/>
                <a:cs typeface="+mn-lt"/>
              </a:rPr>
              <a:t>Theoretical Background:</a:t>
            </a:r>
            <a:endParaRPr lang="en-US" dirty="0">
              <a:ea typeface="+mn-lt"/>
              <a:cs typeface="+mn-lt"/>
            </a:endParaRPr>
          </a:p>
          <a:p>
            <a:r>
              <a:rPr lang="en-US" sz="6400" dirty="0">
                <a:ea typeface="+mn-lt"/>
                <a:cs typeface="+mn-lt"/>
              </a:rPr>
              <a:t>Binary Search is a divide-and-conquer algorithm used to find a target value efficiently in a sorted range.</a:t>
            </a:r>
            <a:endParaRPr lang="en-US" dirty="0">
              <a:ea typeface="+mn-lt"/>
              <a:cs typeface="+mn-lt"/>
            </a:endParaRPr>
          </a:p>
          <a:p>
            <a:r>
              <a:rPr lang="en-US" sz="6400" dirty="0">
                <a:ea typeface="+mn-lt"/>
                <a:cs typeface="+mn-lt"/>
              </a:rPr>
              <a:t>It reduces the search interval by half on each iteration, making it an excellent approach for guessing problems.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6400" b="1" dirty="0">
                <a:ea typeface="+mn-lt"/>
                <a:cs typeface="+mn-lt"/>
              </a:rPr>
              <a:t>Algorithm Steps: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sz="6400" dirty="0">
                <a:ea typeface="+mn-lt"/>
                <a:cs typeface="+mn-lt"/>
              </a:rPr>
              <a:t>Start with a defined lower and upper range.</a:t>
            </a:r>
            <a:endParaRPr lang="en-US" dirty="0"/>
          </a:p>
          <a:p>
            <a:r>
              <a:rPr lang="en-US" sz="6400" dirty="0">
                <a:ea typeface="+mn-lt"/>
                <a:cs typeface="+mn-lt"/>
              </a:rPr>
              <a:t>Guess the middle value between both.</a:t>
            </a:r>
            <a:endParaRPr lang="en-US" dirty="0"/>
          </a:p>
          <a:p>
            <a:r>
              <a:rPr lang="en-US" sz="6400" dirty="0">
                <a:ea typeface="+mn-lt"/>
                <a:cs typeface="+mn-lt"/>
              </a:rPr>
              <a:t>If the guess is correct → stop.</a:t>
            </a:r>
            <a:endParaRPr lang="en-US" dirty="0"/>
          </a:p>
          <a:p>
            <a:r>
              <a:rPr lang="en-US" sz="6400" dirty="0">
                <a:ea typeface="+mn-lt"/>
                <a:cs typeface="+mn-lt"/>
              </a:rPr>
              <a:t>If the number is higher → shift the lower bound to mid + 1.</a:t>
            </a:r>
            <a:endParaRPr lang="en-US" dirty="0"/>
          </a:p>
          <a:p>
            <a:r>
              <a:rPr lang="en-US" sz="6400" dirty="0">
                <a:ea typeface="+mn-lt"/>
                <a:cs typeface="+mn-lt"/>
              </a:rPr>
              <a:t>If the number is lower → shift the upper bound to mid - 1.</a:t>
            </a:r>
            <a:endParaRPr lang="en-US" dirty="0"/>
          </a:p>
          <a:p>
            <a:r>
              <a:rPr lang="en-US" sz="6400" dirty="0">
                <a:ea typeface="+mn-lt"/>
                <a:cs typeface="+mn-lt"/>
              </a:rPr>
              <a:t>Repeat until the correct number is found.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6400" b="1" dirty="0">
                <a:ea typeface="+mn-lt"/>
                <a:cs typeface="+mn-lt"/>
              </a:rPr>
              <a:t>Mathematical Formula: </a:t>
            </a:r>
            <a:r>
              <a:rPr lang="en-US" sz="6400" dirty="0">
                <a:ea typeface="+mn-lt"/>
                <a:cs typeface="+mn-lt"/>
              </a:rPr>
              <a:t>mid = (low + high) // 2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6400" b="1" dirty="0">
                <a:ea typeface="+mn-lt"/>
                <a:cs typeface="+mn-lt"/>
              </a:rPr>
              <a:t>Literature Survey:</a:t>
            </a:r>
            <a:endParaRPr lang="en-US" sz="6400" dirty="0">
              <a:ea typeface="+mn-lt"/>
              <a:cs typeface="+mn-lt"/>
            </a:endParaRPr>
          </a:p>
          <a:p>
            <a:r>
              <a:rPr lang="en-US" sz="6400" dirty="0">
                <a:ea typeface="+mn-lt"/>
                <a:cs typeface="+mn-lt"/>
              </a:rPr>
              <a:t>Knuth, D.E. (1973) – </a:t>
            </a:r>
            <a:r>
              <a:rPr lang="en-US" sz="6400" i="1" dirty="0">
                <a:ea typeface="+mn-lt"/>
                <a:cs typeface="+mn-lt"/>
              </a:rPr>
              <a:t>The Art of Computer Programming, Volume 3: Searching and Sorting</a:t>
            </a:r>
            <a:r>
              <a:rPr lang="en-US" sz="64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r>
              <a:rPr lang="en-US" sz="6400" dirty="0" err="1">
                <a:ea typeface="+mn-lt"/>
                <a:cs typeface="+mn-lt"/>
              </a:rPr>
              <a:t>GeeksforGeeks</a:t>
            </a:r>
            <a:r>
              <a:rPr lang="en-US" sz="6400" dirty="0">
                <a:ea typeface="+mn-lt"/>
                <a:cs typeface="+mn-lt"/>
              </a:rPr>
              <a:t> (2024) – </a:t>
            </a:r>
            <a:r>
              <a:rPr lang="en-US" sz="6400" i="1" dirty="0">
                <a:ea typeface="+mn-lt"/>
                <a:cs typeface="+mn-lt"/>
              </a:rPr>
              <a:t>Binary Search Algorithm Explained with Python Implementation</a:t>
            </a:r>
            <a:r>
              <a:rPr lang="en-US" sz="64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r>
              <a:rPr lang="en-US" sz="6400" dirty="0">
                <a:ea typeface="+mn-lt"/>
                <a:cs typeface="+mn-lt"/>
              </a:rPr>
              <a:t>Real Python (2023) – </a:t>
            </a:r>
            <a:r>
              <a:rPr lang="en-US" sz="6400" i="1" dirty="0">
                <a:ea typeface="+mn-lt"/>
                <a:cs typeface="+mn-lt"/>
              </a:rPr>
              <a:t>Interactive Games using AI Logic in Python</a:t>
            </a:r>
            <a:r>
              <a:rPr lang="en-US" sz="64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170000"/>
              </a:lnSpc>
            </a:pPr>
            <a:endParaRPr lang="en-US" sz="6400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594" y="6469626"/>
            <a:ext cx="2912806" cy="251849"/>
          </a:xfrm>
        </p:spPr>
        <p:txBody>
          <a:bodyPr/>
          <a:lstStyle/>
          <a:p>
            <a:fld id="{316FBEDF-053F-468F-8CCF-D1ACE4FBB50D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 b="1" dirty="0">
                <a:ea typeface="+mn-lt"/>
                <a:cs typeface="+mn-lt"/>
              </a:rPr>
              <a:t>Link to Code:</a:t>
            </a:r>
            <a:br>
              <a:rPr lang="en-GB" b="1" dirty="0">
                <a:ea typeface="+mn-lt"/>
                <a:cs typeface="+mn-lt"/>
              </a:rPr>
            </a:br>
            <a:r>
              <a:rPr lang="en-GB" b="1" dirty="0">
                <a:ea typeface="+mn-lt"/>
                <a:cs typeface="+mn-lt"/>
              </a:rPr>
              <a:t> </a:t>
            </a:r>
            <a:r>
              <a:rPr lang="en-GB" dirty="0">
                <a:ea typeface="+mn-lt"/>
                <a:cs typeface="+mn-lt"/>
                <a:hlinkClick r:id="rId2"/>
              </a:rPr>
              <a:t>GitHub Repository – Number Guessing with AI Enhancement</a:t>
            </a:r>
            <a:endParaRPr lang="en-GB">
              <a:ea typeface="Calibri" panose="020F0502020204030204"/>
              <a:cs typeface="Calibri" panose="020F0502020204030204"/>
            </a:endParaRPr>
          </a:p>
          <a:p>
            <a:r>
              <a:rPr lang="en-GB" b="1" dirty="0">
                <a:ea typeface="+mn-lt"/>
                <a:cs typeface="+mn-lt"/>
              </a:rPr>
              <a:t>Implementation Details: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Language Used:</a:t>
            </a:r>
            <a:r>
              <a:rPr lang="en-GB" dirty="0">
                <a:ea typeface="+mn-lt"/>
                <a:cs typeface="+mn-lt"/>
              </a:rPr>
              <a:t> Python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Concepts Used:</a:t>
            </a:r>
            <a:r>
              <a:rPr lang="en-GB" dirty="0">
                <a:ea typeface="+mn-lt"/>
                <a:cs typeface="+mn-lt"/>
              </a:rPr>
              <a:t> Binary Search, Conditional Logic, Loops, AI-based prediction improvement.</a:t>
            </a:r>
            <a:endParaRPr lang="en-GB"/>
          </a:p>
          <a:p>
            <a:r>
              <a:rPr lang="en-GB" b="1" dirty="0">
                <a:ea typeface="+mn-lt"/>
                <a:cs typeface="+mn-lt"/>
              </a:rPr>
              <a:t>Modules: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>
                <a:latin typeface="Consolas"/>
              </a:rPr>
              <a:t>random</a:t>
            </a:r>
            <a:r>
              <a:rPr lang="en-GB" dirty="0">
                <a:ea typeface="+mn-lt"/>
                <a:cs typeface="+mn-lt"/>
              </a:rPr>
              <a:t>, </a:t>
            </a:r>
            <a:r>
              <a:rPr lang="en-GB" dirty="0">
                <a:latin typeface="Consolas"/>
              </a:rPr>
              <a:t>time</a:t>
            </a:r>
            <a:r>
              <a:rPr lang="en-GB" dirty="0">
                <a:ea typeface="+mn-lt"/>
                <a:cs typeface="+mn-lt"/>
              </a:rPr>
              <a:t>, and basic I/O.</a:t>
            </a:r>
            <a:endParaRPr lang="en-GB" dirty="0"/>
          </a:p>
          <a:p>
            <a:r>
              <a:rPr lang="en-GB" b="1" dirty="0">
                <a:ea typeface="+mn-lt"/>
                <a:cs typeface="+mn-lt"/>
              </a:rPr>
              <a:t>Functionality: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System intelligently guesses the number chosen by the user.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AI logic narrows down the search space after every feedback.</a:t>
            </a:r>
            <a:endParaRPr lang="en-GB" dirty="0"/>
          </a:p>
          <a:p>
            <a:pPr lvl="1"/>
            <a:r>
              <a:rPr lang="en-GB" dirty="0">
                <a:ea typeface="+mn-lt"/>
                <a:cs typeface="+mn-lt"/>
              </a:rPr>
              <a:t>Displays the number of attempts taken to reach the correct answer.</a:t>
            </a:r>
            <a:endParaRPr lang="en-GB" dirty="0"/>
          </a:p>
          <a:p>
            <a:endParaRPr lang="en-GB" dirty="0">
              <a:ea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4305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DA4CC0-5C3F-C9B2-2C34-D78F2D036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17" y="872168"/>
            <a:ext cx="4136361" cy="37365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49E733-B4BD-CB7B-4EB2-3952F2B86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807" y="872169"/>
            <a:ext cx="4136360" cy="37365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F21AF3-4A51-7096-0009-E512673BF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952" y="872168"/>
            <a:ext cx="3943564" cy="364474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D1A394F-CDB7-3DD7-13A8-15F059380BB9}"/>
              </a:ext>
            </a:extLst>
          </p:cNvPr>
          <p:cNvSpPr/>
          <p:nvPr/>
        </p:nvSpPr>
        <p:spPr>
          <a:xfrm>
            <a:off x="-104251" y="4520960"/>
            <a:ext cx="16778735" cy="4287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42C2DD-4939-F6B9-C3E6-BC0C25440E71}"/>
              </a:ext>
            </a:extLst>
          </p:cNvPr>
          <p:cNvSpPr/>
          <p:nvPr/>
        </p:nvSpPr>
        <p:spPr>
          <a:xfrm>
            <a:off x="12192000" y="106100"/>
            <a:ext cx="4552708" cy="4408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1213"/>
            <a:ext cx="10515600" cy="539166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OUTPUT AND RESULTS</a:t>
            </a:r>
            <a:endParaRPr lang="en-US" dirty="0"/>
          </a:p>
          <a:p>
            <a:pPr>
              <a:buNone/>
            </a:pPr>
            <a:r>
              <a:rPr lang="en-US" sz="2200" b="1" dirty="0">
                <a:ea typeface="+mn-lt"/>
                <a:cs typeface="+mn-lt"/>
              </a:rPr>
              <a:t>Explanation:</a:t>
            </a:r>
          </a:p>
          <a:p>
            <a:pPr marL="342900" indent="-342900"/>
            <a:r>
              <a:rPr lang="en-US" sz="2200" dirty="0">
                <a:ea typeface="+mn-lt"/>
                <a:cs typeface="+mn-lt"/>
              </a:rPr>
              <a:t>The AI-based program successfully predicts the user’s chosen number using a binary search approach.</a:t>
            </a:r>
            <a:endParaRPr lang="en-US" dirty="0">
              <a:ea typeface="+mn-lt"/>
              <a:cs typeface="+mn-lt"/>
            </a:endParaRPr>
          </a:p>
          <a:p>
            <a:pPr marL="342900" indent="-342900"/>
            <a:r>
              <a:rPr lang="en-US" sz="2200" dirty="0">
                <a:ea typeface="+mn-lt"/>
                <a:cs typeface="+mn-lt"/>
              </a:rPr>
              <a:t>It asks whether the guessed number is too high, too low, or correct and adjusts accordingly until success.</a:t>
            </a:r>
            <a:endParaRPr lang="en-US">
              <a:ea typeface="Calibri"/>
              <a:cs typeface="Calibri"/>
            </a:endParaRPr>
          </a:p>
          <a:p>
            <a:pPr>
              <a:buNone/>
            </a:pPr>
            <a:r>
              <a:rPr lang="en-US" sz="2200" b="1" dirty="0">
                <a:ea typeface="+mn-lt"/>
                <a:cs typeface="+mn-lt"/>
              </a:rPr>
              <a:t>Results: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2200" dirty="0">
                <a:ea typeface="+mn-lt"/>
                <a:cs typeface="+mn-lt"/>
              </a:rPr>
              <a:t>Achieved accurate predictions in log₂(N) attempts.</a:t>
            </a:r>
          </a:p>
          <a:p>
            <a:pPr>
              <a:buFont typeface="Arial"/>
            </a:pPr>
            <a:r>
              <a:rPr lang="en-US" sz="2200" dirty="0">
                <a:ea typeface="+mn-lt"/>
                <a:cs typeface="+mn-lt"/>
              </a:rPr>
              <a:t>Demonstrated efficiency and intelligent feedback handling.</a:t>
            </a:r>
          </a:p>
          <a:p>
            <a:pPr>
              <a:buFont typeface="Arial"/>
            </a:pPr>
            <a:r>
              <a:rPr lang="en-US" sz="2200" dirty="0">
                <a:ea typeface="+mn-lt"/>
                <a:cs typeface="+mn-lt"/>
              </a:rPr>
              <a:t>Enhanced user engagement through interactive gameplay.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200" b="1" dirty="0">
                <a:ea typeface="+mn-lt"/>
                <a:cs typeface="+mn-lt"/>
              </a:rPr>
              <a:t>Future Enhancements: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2200" dirty="0">
                <a:ea typeface="+mn-lt"/>
                <a:cs typeface="+mn-lt"/>
              </a:rPr>
              <a:t>Integrate voice-based user feedback.</a:t>
            </a:r>
          </a:p>
          <a:p>
            <a:pPr>
              <a:buFont typeface="Arial"/>
            </a:pPr>
            <a:r>
              <a:rPr lang="en-US" sz="2200" dirty="0">
                <a:ea typeface="+mn-lt"/>
                <a:cs typeface="+mn-lt"/>
              </a:rPr>
              <a:t>Add a graphical interface for visualization.</a:t>
            </a:r>
          </a:p>
          <a:p>
            <a:pPr>
              <a:buFont typeface="Arial"/>
            </a:pPr>
            <a:r>
              <a:rPr lang="en-US" sz="2200" dirty="0">
                <a:ea typeface="+mn-lt"/>
                <a:cs typeface="+mn-lt"/>
              </a:rPr>
              <a:t>Extend to multi-level difficulty ranges.</a:t>
            </a:r>
          </a:p>
          <a:p>
            <a:pPr>
              <a:buFont typeface="Arial"/>
            </a:pPr>
            <a:r>
              <a:rPr lang="en-US" sz="2200" dirty="0">
                <a:ea typeface="+mn-lt"/>
                <a:cs typeface="+mn-lt"/>
              </a:rPr>
              <a:t>Incorporate reinforcement learning for adaptive guessing strategies.</a:t>
            </a:r>
          </a:p>
          <a:p>
            <a:pPr marL="0" indent="0">
              <a:lnSpc>
                <a:spcPct val="160000"/>
              </a:lnSpc>
              <a:buNone/>
            </a:pPr>
            <a:endParaRPr lang="en-US" sz="2200" b="1" dirty="0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84706" y="2022554"/>
            <a:ext cx="7789055" cy="2562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buFont typeface="Arial"/>
              <a:buChar char="•"/>
            </a:pPr>
            <a:r>
              <a:rPr lang="en-US" b="1" dirty="0"/>
              <a:t>REFERENCES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Knuth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, </a:t>
            </a:r>
            <a:r>
              <a:rPr lang="en-US" sz="1800" dirty="0">
                <a:ea typeface="+mn-lt"/>
                <a:cs typeface="+mn-lt"/>
              </a:rPr>
              <a:t>D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.</a:t>
            </a:r>
            <a:r>
              <a:rPr lang="en-US" sz="1800" dirty="0">
                <a:ea typeface="+mn-lt"/>
                <a:cs typeface="+mn-lt"/>
              </a:rPr>
              <a:t>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. (</a:t>
            </a:r>
            <a:r>
              <a:rPr lang="en-US" sz="1800" dirty="0">
                <a:ea typeface="+mn-lt"/>
                <a:cs typeface="+mn-lt"/>
              </a:rPr>
              <a:t>1973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). </a:t>
            </a:r>
            <a:r>
              <a:rPr lang="en-US" sz="1800" i="1" dirty="0">
                <a:ea typeface="+mn-lt"/>
                <a:cs typeface="+mn-lt"/>
              </a:rPr>
              <a:t>The Art </a:t>
            </a:r>
            <a:r>
              <a:rPr kumimoji="0" lang="en-US" sz="1800" b="0" i="1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of </a:t>
            </a:r>
            <a:r>
              <a:rPr lang="en-US" sz="1800" i="1" dirty="0">
                <a:ea typeface="+mn-lt"/>
                <a:cs typeface="+mn-lt"/>
              </a:rPr>
              <a:t>Computer Programming – Searching and Sorting</a:t>
            </a:r>
            <a:r>
              <a:rPr kumimoji="0" lang="en-US" sz="1800" b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800" dirty="0" err="1">
                <a:ea typeface="+mn-lt"/>
                <a:cs typeface="+mn-lt"/>
              </a:rPr>
              <a:t>GeeksforGeeks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(</a:t>
            </a:r>
            <a:r>
              <a:rPr lang="en-US" sz="1800" dirty="0">
                <a:ea typeface="+mn-lt"/>
                <a:cs typeface="+mn-lt"/>
              </a:rPr>
              <a:t>2024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). </a:t>
            </a:r>
            <a:r>
              <a:rPr lang="en-US" sz="1800" i="1" dirty="0">
                <a:ea typeface="+mn-lt"/>
                <a:cs typeface="+mn-lt"/>
              </a:rPr>
              <a:t>Binary Search Algorithm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Real Python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(</a:t>
            </a:r>
            <a:r>
              <a:rPr lang="en-US" sz="1800" dirty="0">
                <a:ea typeface="+mn-lt"/>
                <a:cs typeface="+mn-lt"/>
              </a:rPr>
              <a:t>2023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). </a:t>
            </a:r>
            <a:r>
              <a:rPr lang="en-US" sz="1800" i="1" dirty="0">
                <a:ea typeface="+mn-lt"/>
                <a:cs typeface="+mn-lt"/>
              </a:rPr>
              <a:t>Building Games with AI Logic </a:t>
            </a:r>
            <a:r>
              <a:rPr kumimoji="0" lang="en-US" sz="1800" b="0" i="1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in Python</a:t>
            </a:r>
            <a:r>
              <a:rPr kumimoji="0" lang="en-US" sz="1800" b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800" dirty="0">
                <a:ea typeface="+mn-lt"/>
                <a:cs typeface="+mn-lt"/>
              </a:rPr>
              <a:t>Python.org Documentation – </a:t>
            </a:r>
            <a:r>
              <a:rPr lang="en-US" sz="1800" i="1" dirty="0">
                <a:ea typeface="+mn-lt"/>
                <a:cs typeface="+mn-lt"/>
              </a:rPr>
              <a:t>Control Structures and Loops</a:t>
            </a:r>
            <a:r>
              <a:rPr kumimoji="0" lang="en-US" sz="1800" b="0" u="none" strike="noStrike" cap="none" normalizeH="0" baseline="0" dirty="0">
                <a:ln>
                  <a:noFill/>
                </a:ln>
                <a:effectLst/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marL="0" marR="0" lvl="0" indent="0" defTabSz="91440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0" i="1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584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DEPARTMENT OF CSE (ARTIFICIAL INTELLIGENCE AND MACHINE LEARNING) ACADEMIC YEAR 2025 - 2026 SEMESTER III ARTIFICIAL INTELLIGENCE LABORATORY  MINI PROJECT REVIEW   NUMBER GUESSING AI WITH BINARY SEARCH ALGORITHM</vt:lpstr>
      <vt:lpstr>PROBLEM STATEMENT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CSE (ARTIFICIAL INTELLIGENCE AND MACHINE LEARNING) ACADEMIC YEAR 2025 - 2026 SEMESTER III ARTIFICIAL INTELLIGENCE LABORATORY  MINI PROJECT REVIEW   AI QUIZ MASTER USING NAÏVE BAYES</dc:title>
  <dc:creator>SANKAR GANESH K</dc:creator>
  <cp:lastModifiedBy>praveen.hp06@hotmail.com</cp:lastModifiedBy>
  <cp:revision>146</cp:revision>
  <dcterms:created xsi:type="dcterms:W3CDTF">2025-10-18T08:57:34Z</dcterms:created>
  <dcterms:modified xsi:type="dcterms:W3CDTF">2025-11-04T20:18:36Z</dcterms:modified>
</cp:coreProperties>
</file>